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6" r:id="rId3"/>
    <p:sldId id="271" r:id="rId4"/>
    <p:sldId id="265" r:id="rId5"/>
    <p:sldId id="269" r:id="rId6"/>
    <p:sldId id="263" r:id="rId7"/>
    <p:sldId id="259" r:id="rId8"/>
    <p:sldId id="257" r:id="rId9"/>
    <p:sldId id="258" r:id="rId10"/>
    <p:sldId id="266" r:id="rId11"/>
    <p:sldId id="267" r:id="rId12"/>
    <p:sldId id="268" r:id="rId13"/>
    <p:sldId id="262" r:id="rId14"/>
    <p:sldId id="261" r:id="rId15"/>
    <p:sldId id="260"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0" autoAdjust="0"/>
    <p:restoredTop sz="94660"/>
  </p:normalViewPr>
  <p:slideViewPr>
    <p:cSldViewPr snapToGrid="0">
      <p:cViewPr varScale="1">
        <p:scale>
          <a:sx n="87" d="100"/>
          <a:sy n="87" d="100"/>
        </p:scale>
        <p:origin x="15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ユーハラシェット_旭川" userId="75393445-818f-46da-b524-a4e004879cb7" providerId="ADAL" clId="{0EF4C4ED-86B7-49B3-985C-003D440E19E0}"/>
    <pc:docChg chg="undo custSel addSld delSld modSld sldOrd">
      <pc:chgData name="ユーハラシェット_旭川" userId="75393445-818f-46da-b524-a4e004879cb7" providerId="ADAL" clId="{0EF4C4ED-86B7-49B3-985C-003D440E19E0}" dt="2026-04-19T04:51:10.974" v="490" actId="47"/>
      <pc:docMkLst>
        <pc:docMk/>
      </pc:docMkLst>
      <pc:sldChg chg="addSp delSp modSp mod setBg">
        <pc:chgData name="ユーハラシェット_旭川" userId="75393445-818f-46da-b524-a4e004879cb7" providerId="ADAL" clId="{0EF4C4ED-86B7-49B3-985C-003D440E19E0}" dt="2026-04-19T04:40:45.936" v="263" actId="1076"/>
        <pc:sldMkLst>
          <pc:docMk/>
          <pc:sldMk cId="1051511906" sldId="256"/>
        </pc:sldMkLst>
        <pc:spChg chg="mod">
          <ac:chgData name="ユーハラシェット_旭川" userId="75393445-818f-46da-b524-a4e004879cb7" providerId="ADAL" clId="{0EF4C4ED-86B7-49B3-985C-003D440E19E0}" dt="2026-04-19T04:38:32.987" v="251" actId="1076"/>
          <ac:spMkLst>
            <pc:docMk/>
            <pc:sldMk cId="1051511906" sldId="256"/>
            <ac:spMk id="2" creationId="{4A2A48B3-8E3A-D340-9231-AC6D3874DEAF}"/>
          </ac:spMkLst>
        </pc:spChg>
        <pc:spChg chg="add mod">
          <ac:chgData name="ユーハラシェット_旭川" userId="75393445-818f-46da-b524-a4e004879cb7" providerId="ADAL" clId="{0EF4C4ED-86B7-49B3-985C-003D440E19E0}" dt="2026-04-19T04:38:09.696" v="242" actId="21"/>
          <ac:spMkLst>
            <pc:docMk/>
            <pc:sldMk cId="1051511906" sldId="256"/>
            <ac:spMk id="3" creationId="{03648BC7-E9D7-408C-4E9F-39890B4958E6}"/>
          </ac:spMkLst>
        </pc:spChg>
        <pc:spChg chg="add mod">
          <ac:chgData name="ユーハラシェット_旭川" userId="75393445-818f-46da-b524-a4e004879cb7" providerId="ADAL" clId="{0EF4C4ED-86B7-49B3-985C-003D440E19E0}" dt="2026-04-19T04:39:06.288" v="262" actId="1076"/>
          <ac:spMkLst>
            <pc:docMk/>
            <pc:sldMk cId="1051511906" sldId="256"/>
            <ac:spMk id="7" creationId="{C93D47A9-09DC-AE29-913D-AA9E2AA8C2E8}"/>
          </ac:spMkLst>
        </pc:spChg>
        <pc:spChg chg="add mod">
          <ac:chgData name="ユーハラシェット_旭川" userId="75393445-818f-46da-b524-a4e004879cb7" providerId="ADAL" clId="{0EF4C4ED-86B7-49B3-985C-003D440E19E0}" dt="2026-04-19T04:40:45.936" v="263" actId="1076"/>
          <ac:spMkLst>
            <pc:docMk/>
            <pc:sldMk cId="1051511906" sldId="256"/>
            <ac:spMk id="9" creationId="{914C6380-9523-1627-68F9-38686900D685}"/>
          </ac:spMkLst>
        </pc:spChg>
        <pc:spChg chg="add">
          <ac:chgData name="ユーハラシェット_旭川" userId="75393445-818f-46da-b524-a4e004879cb7" providerId="ADAL" clId="{0EF4C4ED-86B7-49B3-985C-003D440E19E0}" dt="2026-04-19T04:37:46.609" v="233" actId="26606"/>
          <ac:spMkLst>
            <pc:docMk/>
            <pc:sldMk cId="1051511906" sldId="256"/>
            <ac:spMk id="12" creationId="{758048B4-3F65-4EB9-ABA8-099353BE870F}"/>
          </ac:spMkLst>
        </pc:spChg>
        <pc:spChg chg="add">
          <ac:chgData name="ユーハラシェット_旭川" userId="75393445-818f-46da-b524-a4e004879cb7" providerId="ADAL" clId="{0EF4C4ED-86B7-49B3-985C-003D440E19E0}" dt="2026-04-19T04:37:46.609" v="233" actId="26606"/>
          <ac:spMkLst>
            <pc:docMk/>
            <pc:sldMk cId="1051511906" sldId="256"/>
            <ac:spMk id="14" creationId="{1AE2FDE4-8ECB-4D0B-B871-D4EE526064C4}"/>
          </ac:spMkLst>
        </pc:spChg>
        <pc:grpChg chg="add">
          <ac:chgData name="ユーハラシェット_旭川" userId="75393445-818f-46da-b524-a4e004879cb7" providerId="ADAL" clId="{0EF4C4ED-86B7-49B3-985C-003D440E19E0}" dt="2026-04-19T04:37:46.609" v="233" actId="26606"/>
          <ac:grpSpMkLst>
            <pc:docMk/>
            <pc:sldMk cId="1051511906" sldId="256"/>
            <ac:grpSpMk id="20" creationId="{18488D89-E3BB-4E60-BF44-5F0BE92E3F13}"/>
          </ac:grpSpMkLst>
        </pc:grpChg>
        <pc:cxnChg chg="add">
          <ac:chgData name="ユーハラシェット_旭川" userId="75393445-818f-46da-b524-a4e004879cb7" providerId="ADAL" clId="{0EF4C4ED-86B7-49B3-985C-003D440E19E0}" dt="2026-04-19T04:37:46.609" v="233" actId="26606"/>
          <ac:cxnSpMkLst>
            <pc:docMk/>
            <pc:sldMk cId="1051511906" sldId="256"/>
            <ac:cxnSpMk id="16" creationId="{3C86DB23-FEFE-4C3A-88FA-8E855AB1EEBB}"/>
          </ac:cxnSpMkLst>
        </pc:cxnChg>
        <pc:cxnChg chg="add">
          <ac:chgData name="ユーハラシェット_旭川" userId="75393445-818f-46da-b524-a4e004879cb7" providerId="ADAL" clId="{0EF4C4ED-86B7-49B3-985C-003D440E19E0}" dt="2026-04-19T04:37:46.609" v="233" actId="26606"/>
          <ac:cxnSpMkLst>
            <pc:docMk/>
            <pc:sldMk cId="1051511906" sldId="256"/>
            <ac:cxnSpMk id="18" creationId="{3BB22FAF-4B4F-40B1-97FF-67CD036C89D0}"/>
          </ac:cxnSpMkLst>
        </pc:cxnChg>
      </pc:sldChg>
      <pc:sldChg chg="modSp mod">
        <pc:chgData name="ユーハラシェット_旭川" userId="75393445-818f-46da-b524-a4e004879cb7" providerId="ADAL" clId="{0EF4C4ED-86B7-49B3-985C-003D440E19E0}" dt="2026-04-19T04:13:28.513" v="164" actId="1076"/>
        <pc:sldMkLst>
          <pc:docMk/>
          <pc:sldMk cId="67083907" sldId="258"/>
        </pc:sldMkLst>
        <pc:picChg chg="mod">
          <ac:chgData name="ユーハラシェット_旭川" userId="75393445-818f-46da-b524-a4e004879cb7" providerId="ADAL" clId="{0EF4C4ED-86B7-49B3-985C-003D440E19E0}" dt="2026-04-19T04:13:28.513" v="164" actId="1076"/>
          <ac:picMkLst>
            <pc:docMk/>
            <pc:sldMk cId="67083907" sldId="258"/>
            <ac:picMk id="3" creationId="{6ACD30DB-4933-47F6-A226-843458345F79}"/>
          </ac:picMkLst>
        </pc:picChg>
      </pc:sldChg>
      <pc:sldChg chg="modSp mod">
        <pc:chgData name="ユーハラシェット_旭川" userId="75393445-818f-46da-b524-a4e004879cb7" providerId="ADAL" clId="{0EF4C4ED-86B7-49B3-985C-003D440E19E0}" dt="2026-04-17T06:05:35.706" v="103" actId="1076"/>
        <pc:sldMkLst>
          <pc:docMk/>
          <pc:sldMk cId="1929264039" sldId="259"/>
        </pc:sldMkLst>
        <pc:picChg chg="mod">
          <ac:chgData name="ユーハラシェット_旭川" userId="75393445-818f-46da-b524-a4e004879cb7" providerId="ADAL" clId="{0EF4C4ED-86B7-49B3-985C-003D440E19E0}" dt="2026-04-17T06:05:35.706" v="103" actId="1076"/>
          <ac:picMkLst>
            <pc:docMk/>
            <pc:sldMk cId="1929264039" sldId="259"/>
            <ac:picMk id="3" creationId="{CA817E67-AB83-656D-39DE-96AC2266C2AC}"/>
          </ac:picMkLst>
        </pc:picChg>
      </pc:sldChg>
      <pc:sldChg chg="modSp mod">
        <pc:chgData name="ユーハラシェット_旭川" userId="75393445-818f-46da-b524-a4e004879cb7" providerId="ADAL" clId="{0EF4C4ED-86B7-49B3-985C-003D440E19E0}" dt="2026-04-17T06:24:37.800" v="128" actId="1076"/>
        <pc:sldMkLst>
          <pc:docMk/>
          <pc:sldMk cId="2641483538" sldId="261"/>
        </pc:sldMkLst>
        <pc:spChg chg="mod">
          <ac:chgData name="ユーハラシェット_旭川" userId="75393445-818f-46da-b524-a4e004879cb7" providerId="ADAL" clId="{0EF4C4ED-86B7-49B3-985C-003D440E19E0}" dt="2026-04-17T06:24:37.800" v="128" actId="1076"/>
          <ac:spMkLst>
            <pc:docMk/>
            <pc:sldMk cId="2641483538" sldId="261"/>
            <ac:spMk id="5" creationId="{22776F22-2CD7-0277-4C93-05916C81E339}"/>
          </ac:spMkLst>
        </pc:spChg>
      </pc:sldChg>
      <pc:sldChg chg="modSp mod">
        <pc:chgData name="ユーハラシェット_旭川" userId="75393445-818f-46da-b524-a4e004879cb7" providerId="ADAL" clId="{0EF4C4ED-86B7-49B3-985C-003D440E19E0}" dt="2026-04-17T06:12:43.661" v="126" actId="1076"/>
        <pc:sldMkLst>
          <pc:docMk/>
          <pc:sldMk cId="2278720864" sldId="262"/>
        </pc:sldMkLst>
        <pc:picChg chg="mod">
          <ac:chgData name="ユーハラシェット_旭川" userId="75393445-818f-46da-b524-a4e004879cb7" providerId="ADAL" clId="{0EF4C4ED-86B7-49B3-985C-003D440E19E0}" dt="2026-04-17T06:12:43.661" v="126" actId="1076"/>
          <ac:picMkLst>
            <pc:docMk/>
            <pc:sldMk cId="2278720864" sldId="262"/>
            <ac:picMk id="3" creationId="{180A363F-DE5A-632B-BF0C-EB2245465382}"/>
          </ac:picMkLst>
        </pc:picChg>
      </pc:sldChg>
      <pc:sldChg chg="addSp delSp modSp mod ord">
        <pc:chgData name="ユーハラシェット_旭川" userId="75393445-818f-46da-b524-a4e004879cb7" providerId="ADAL" clId="{0EF4C4ED-86B7-49B3-985C-003D440E19E0}" dt="2026-04-19T04:13:10.555" v="163"/>
        <pc:sldMkLst>
          <pc:docMk/>
          <pc:sldMk cId="1285782090" sldId="263"/>
        </pc:sldMkLst>
        <pc:spChg chg="add mod">
          <ac:chgData name="ユーハラシェット_旭川" userId="75393445-818f-46da-b524-a4e004879cb7" providerId="ADAL" clId="{0EF4C4ED-86B7-49B3-985C-003D440E19E0}" dt="2026-04-17T06:12:22.390" v="119" actId="1076"/>
          <ac:spMkLst>
            <pc:docMk/>
            <pc:sldMk cId="1285782090" sldId="263"/>
            <ac:spMk id="7" creationId="{72AEE45A-FDFE-95C5-628A-2409BEFB1153}"/>
          </ac:spMkLst>
        </pc:spChg>
        <pc:picChg chg="mod">
          <ac:chgData name="ユーハラシェット_旭川" userId="75393445-818f-46da-b524-a4e004879cb7" providerId="ADAL" clId="{0EF4C4ED-86B7-49B3-985C-003D440E19E0}" dt="2026-04-17T06:09:38.067" v="107" actId="14100"/>
          <ac:picMkLst>
            <pc:docMk/>
            <pc:sldMk cId="1285782090" sldId="263"/>
            <ac:picMk id="3" creationId="{C90A540D-9F90-2E64-859C-6AD7E9DAA886}"/>
          </ac:picMkLst>
        </pc:picChg>
        <pc:picChg chg="mod">
          <ac:chgData name="ユーハラシェット_旭川" userId="75393445-818f-46da-b524-a4e004879cb7" providerId="ADAL" clId="{0EF4C4ED-86B7-49B3-985C-003D440E19E0}" dt="2026-04-16T05:22:24.363" v="16" actId="1076"/>
          <ac:picMkLst>
            <pc:docMk/>
            <pc:sldMk cId="1285782090" sldId="263"/>
            <ac:picMk id="6" creationId="{DD2E6E09-3D6F-0661-150E-C3B3DF5A4FD8}"/>
          </ac:picMkLst>
        </pc:picChg>
        <pc:cxnChg chg="add mod">
          <ac:chgData name="ユーハラシェット_旭川" userId="75393445-818f-46da-b524-a4e004879cb7" providerId="ADAL" clId="{0EF4C4ED-86B7-49B3-985C-003D440E19E0}" dt="2026-04-16T05:23:37.337" v="26" actId="1582"/>
          <ac:cxnSpMkLst>
            <pc:docMk/>
            <pc:sldMk cId="1285782090" sldId="263"/>
            <ac:cxnSpMk id="5" creationId="{0ECBFBCA-B7FC-4894-BF4A-CE5BE8EC877A}"/>
          </ac:cxnSpMkLst>
        </pc:cxnChg>
        <pc:cxnChg chg="add mod">
          <ac:chgData name="ユーハラシェット_旭川" userId="75393445-818f-46da-b524-a4e004879cb7" providerId="ADAL" clId="{0EF4C4ED-86B7-49B3-985C-003D440E19E0}" dt="2026-04-17T06:12:25.115" v="120" actId="1076"/>
          <ac:cxnSpMkLst>
            <pc:docMk/>
            <pc:sldMk cId="1285782090" sldId="263"/>
            <ac:cxnSpMk id="9" creationId="{E552CE45-AF7B-797D-F0B9-0B196337D53C}"/>
          </ac:cxnSpMkLst>
        </pc:cxnChg>
      </pc:sldChg>
      <pc:sldChg chg="modSp mod">
        <pc:chgData name="ユーハラシェット_旭川" userId="75393445-818f-46da-b524-a4e004879cb7" providerId="ADAL" clId="{0EF4C4ED-86B7-49B3-985C-003D440E19E0}" dt="2026-04-19T04:12:52.614" v="161" actId="1076"/>
        <pc:sldMkLst>
          <pc:docMk/>
          <pc:sldMk cId="648062319" sldId="266"/>
        </pc:sldMkLst>
        <pc:picChg chg="mod">
          <ac:chgData name="ユーハラシェット_旭川" userId="75393445-818f-46da-b524-a4e004879cb7" providerId="ADAL" clId="{0EF4C4ED-86B7-49B3-985C-003D440E19E0}" dt="2026-04-19T04:12:52.614" v="161" actId="1076"/>
          <ac:picMkLst>
            <pc:docMk/>
            <pc:sldMk cId="648062319" sldId="266"/>
            <ac:picMk id="3" creationId="{C76CD520-DD41-C5C8-9D01-100F3723B2F5}"/>
          </ac:picMkLst>
        </pc:picChg>
      </pc:sldChg>
      <pc:sldChg chg="modSp mod">
        <pc:chgData name="ユーハラシェット_旭川" userId="75393445-818f-46da-b524-a4e004879cb7" providerId="ADAL" clId="{0EF4C4ED-86B7-49B3-985C-003D440E19E0}" dt="2026-04-19T04:12:36.904" v="151" actId="14100"/>
        <pc:sldMkLst>
          <pc:docMk/>
          <pc:sldMk cId="715121385" sldId="267"/>
        </pc:sldMkLst>
        <pc:picChg chg="mod">
          <ac:chgData name="ユーハラシェット_旭川" userId="75393445-818f-46da-b524-a4e004879cb7" providerId="ADAL" clId="{0EF4C4ED-86B7-49B3-985C-003D440E19E0}" dt="2026-04-19T04:12:24.081" v="139" actId="1076"/>
          <ac:picMkLst>
            <pc:docMk/>
            <pc:sldMk cId="715121385" sldId="267"/>
            <ac:picMk id="5" creationId="{384FC93F-0C69-3576-5CAA-A863FAC837CF}"/>
          </ac:picMkLst>
        </pc:picChg>
        <pc:picChg chg="mod">
          <ac:chgData name="ユーハラシェット_旭川" userId="75393445-818f-46da-b524-a4e004879cb7" providerId="ADAL" clId="{0EF4C4ED-86B7-49B3-985C-003D440E19E0}" dt="2026-04-19T04:12:33.026" v="147" actId="1076"/>
          <ac:picMkLst>
            <pc:docMk/>
            <pc:sldMk cId="715121385" sldId="267"/>
            <ac:picMk id="7" creationId="{A96A836D-2A92-498C-E1B0-842A6656444A}"/>
          </ac:picMkLst>
        </pc:picChg>
        <pc:picChg chg="mod">
          <ac:chgData name="ユーハラシェット_旭川" userId="75393445-818f-46da-b524-a4e004879cb7" providerId="ADAL" clId="{0EF4C4ED-86B7-49B3-985C-003D440E19E0}" dt="2026-04-19T04:12:36.904" v="151" actId="14100"/>
          <ac:picMkLst>
            <pc:docMk/>
            <pc:sldMk cId="715121385" sldId="267"/>
            <ac:picMk id="9" creationId="{0A8751F1-F4A9-0A0E-6042-2FA6692A47EA}"/>
          </ac:picMkLst>
        </pc:picChg>
      </pc:sldChg>
      <pc:sldChg chg="modSp mod">
        <pc:chgData name="ユーハラシェット_旭川" userId="75393445-818f-46da-b524-a4e004879cb7" providerId="ADAL" clId="{0EF4C4ED-86B7-49B3-985C-003D440E19E0}" dt="2026-04-17T06:02:48.998" v="93" actId="1076"/>
        <pc:sldMkLst>
          <pc:docMk/>
          <pc:sldMk cId="124711221" sldId="269"/>
        </pc:sldMkLst>
        <pc:picChg chg="mod">
          <ac:chgData name="ユーハラシェット_旭川" userId="75393445-818f-46da-b524-a4e004879cb7" providerId="ADAL" clId="{0EF4C4ED-86B7-49B3-985C-003D440E19E0}" dt="2026-04-17T06:02:48.998" v="93" actId="1076"/>
          <ac:picMkLst>
            <pc:docMk/>
            <pc:sldMk cId="124711221" sldId="269"/>
            <ac:picMk id="3" creationId="{054EE9FB-FD86-D3B2-3B3B-3D2823014242}"/>
          </ac:picMkLst>
        </pc:picChg>
      </pc:sldChg>
      <pc:sldChg chg="addSp modSp new mod ord">
        <pc:chgData name="ユーハラシェット_旭川" userId="75393445-818f-46da-b524-a4e004879cb7" providerId="ADAL" clId="{0EF4C4ED-86B7-49B3-985C-003D440E19E0}" dt="2026-04-19T04:50:22.460" v="489" actId="404"/>
        <pc:sldMkLst>
          <pc:docMk/>
          <pc:sldMk cId="1355379966" sldId="271"/>
        </pc:sldMkLst>
        <pc:spChg chg="add mod">
          <ac:chgData name="ユーハラシェット_旭川" userId="75393445-818f-46da-b524-a4e004879cb7" providerId="ADAL" clId="{0EF4C4ED-86B7-49B3-985C-003D440E19E0}" dt="2026-04-19T04:47:26.053" v="451" actId="1076"/>
          <ac:spMkLst>
            <pc:docMk/>
            <pc:sldMk cId="1355379966" sldId="271"/>
            <ac:spMk id="4" creationId="{44A79509-A6A0-83F1-7BE4-B5FE587C71A4}"/>
          </ac:spMkLst>
        </pc:spChg>
        <pc:spChg chg="add mod">
          <ac:chgData name="ユーハラシェット_旭川" userId="75393445-818f-46da-b524-a4e004879cb7" providerId="ADAL" clId="{0EF4C4ED-86B7-49B3-985C-003D440E19E0}" dt="2026-04-19T04:50:22.460" v="489" actId="404"/>
          <ac:spMkLst>
            <pc:docMk/>
            <pc:sldMk cId="1355379966" sldId="271"/>
            <ac:spMk id="8" creationId="{693E0EE7-8FC7-B777-7D53-97047965BBCD}"/>
          </ac:spMkLst>
        </pc:spChg>
        <pc:spChg chg="add mod">
          <ac:chgData name="ユーハラシェット_旭川" userId="75393445-818f-46da-b524-a4e004879cb7" providerId="ADAL" clId="{0EF4C4ED-86B7-49B3-985C-003D440E19E0}" dt="2026-04-19T04:49:41.256" v="483" actId="14100"/>
          <ac:spMkLst>
            <pc:docMk/>
            <pc:sldMk cId="1355379966" sldId="271"/>
            <ac:spMk id="11" creationId="{C77A652A-AF7A-D816-AD31-9DCC3B53A493}"/>
          </ac:spMkLst>
        </pc:spChg>
        <pc:picChg chg="add mod">
          <ac:chgData name="ユーハラシェット_旭川" userId="75393445-818f-46da-b524-a4e004879cb7" providerId="ADAL" clId="{0EF4C4ED-86B7-49B3-985C-003D440E19E0}" dt="2026-04-19T04:45:03.048" v="404" actId="1076"/>
          <ac:picMkLst>
            <pc:docMk/>
            <pc:sldMk cId="1355379966" sldId="271"/>
            <ac:picMk id="3" creationId="{2C2FEAE9-0325-74B3-48D1-BD1E8398BD0A}"/>
          </ac:picMkLst>
        </pc:picChg>
        <pc:picChg chg="add mod">
          <ac:chgData name="ユーハラシェット_旭川" userId="75393445-818f-46da-b524-a4e004879cb7" providerId="ADAL" clId="{0EF4C4ED-86B7-49B3-985C-003D440E19E0}" dt="2026-04-19T04:45:32.097" v="409" actId="1076"/>
          <ac:picMkLst>
            <pc:docMk/>
            <pc:sldMk cId="1355379966" sldId="271"/>
            <ac:picMk id="1026" creationId="{9B6D221A-1281-E3E1-580D-CEC5D3D34A4D}"/>
          </ac:picMkLst>
        </pc:picChg>
        <pc:cxnChg chg="add mod">
          <ac:chgData name="ユーハラシェット_旭川" userId="75393445-818f-46da-b524-a4e004879cb7" providerId="ADAL" clId="{0EF4C4ED-86B7-49B3-985C-003D440E19E0}" dt="2026-04-19T04:49:27.886" v="476" actId="14100"/>
          <ac:cxnSpMkLst>
            <pc:docMk/>
            <pc:sldMk cId="1355379966" sldId="271"/>
            <ac:cxnSpMk id="6" creationId="{037A640B-52D1-26C1-0F35-782786E40EF8}"/>
          </ac:cxnSpMkLst>
        </pc:cxnChg>
        <pc:cxnChg chg="add mod">
          <ac:chgData name="ユーハラシェット_旭川" userId="75393445-818f-46da-b524-a4e004879cb7" providerId="ADAL" clId="{0EF4C4ED-86B7-49B3-985C-003D440E19E0}" dt="2026-04-19T04:50:00.164" v="487" actId="14100"/>
          <ac:cxnSpMkLst>
            <pc:docMk/>
            <pc:sldMk cId="1355379966" sldId="271"/>
            <ac:cxnSpMk id="12" creationId="{36088E9A-73C0-5C6D-B548-578060A16BD1}"/>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D674A5-BC05-56E0-2954-6BAF1AB632A3}"/>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04585815-68D7-E782-268D-621701DC74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36466B0-CF43-3803-235A-E1B2264E3724}"/>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5" name="フッター プレースホルダー 4">
            <a:extLst>
              <a:ext uri="{FF2B5EF4-FFF2-40B4-BE49-F238E27FC236}">
                <a16:creationId xmlns:a16="http://schemas.microsoft.com/office/drawing/2014/main" id="{F4CB31C3-ED75-1AF4-642D-EC22C1565D6D}"/>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4889E10-251C-38F7-A212-33F989AF1AD9}"/>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3404781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7711DF-D3BE-42C8-3876-1D1DB68C13EF}"/>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333F79D-668F-0EAD-4359-E0F309ABEA13}"/>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7BAC52BC-462B-8B6C-B5BF-4EC44A2BE116}"/>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5" name="フッター プレースホルダー 4">
            <a:extLst>
              <a:ext uri="{FF2B5EF4-FFF2-40B4-BE49-F238E27FC236}">
                <a16:creationId xmlns:a16="http://schemas.microsoft.com/office/drawing/2014/main" id="{749452F2-641B-BE3C-2D45-494FB0F06AA6}"/>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0DBCFB18-F99F-2186-A4C1-EF744F0C3E5C}"/>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3860729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A6D790-4844-A472-85D6-7A40513E3BCB}"/>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29D97715-A9F9-4CC6-324F-A6C28A68A6E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65466C7A-152E-3B18-FCB5-D72E03BED064}"/>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5" name="フッター プレースホルダー 4">
            <a:extLst>
              <a:ext uri="{FF2B5EF4-FFF2-40B4-BE49-F238E27FC236}">
                <a16:creationId xmlns:a16="http://schemas.microsoft.com/office/drawing/2014/main" id="{B4ACF74F-5E7C-98F7-73E4-8A788E209D8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8CF73E4-AA67-B0DD-3A53-C9A4A050A620}"/>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208055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C4D73F-98F0-398A-BDEB-ACC19BF49BB5}"/>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BD510CF1-AD5D-4771-2054-06F3B0243B7A}"/>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0866A011-16B9-CC3D-3930-644362642DF6}"/>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A9A827A8-6DBC-48F5-24B3-FFAA06599177}"/>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6" name="フッター プレースホルダー 5">
            <a:extLst>
              <a:ext uri="{FF2B5EF4-FFF2-40B4-BE49-F238E27FC236}">
                <a16:creationId xmlns:a16="http://schemas.microsoft.com/office/drawing/2014/main" id="{0825D3E6-4CEF-A053-10CB-31FD3A1BEDF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B4AE6A5B-983C-0CDF-6437-65B0081B8AE8}"/>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1211611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526E14-CAC8-9FAE-B8B5-E50D80E94181}"/>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01A69CB2-263B-389A-FF05-79D71EE99C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4D6B1E0E-FAEE-E2D2-10BB-B156325F02EB}"/>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6BF566C1-1D1C-96B4-D1AF-B11777E6E7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DF83DF28-17E7-98A6-574B-22A77F4327AA}"/>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3072710C-B9A5-8AF1-6604-C33F0A5C47DF}"/>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8" name="フッター プレースホルダー 7">
            <a:extLst>
              <a:ext uri="{FF2B5EF4-FFF2-40B4-BE49-F238E27FC236}">
                <a16:creationId xmlns:a16="http://schemas.microsoft.com/office/drawing/2014/main" id="{632B97FD-53AD-F441-E2C8-D915EF8B4EE7}"/>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F268F1C7-53A6-AC9A-BF8F-3936A301A424}"/>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1245825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0B9D7E-9985-46D4-B3B2-9A84E3FDD251}"/>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6241B452-D20A-860F-5B35-A970880ED639}"/>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4" name="フッター プレースホルダー 3">
            <a:extLst>
              <a:ext uri="{FF2B5EF4-FFF2-40B4-BE49-F238E27FC236}">
                <a16:creationId xmlns:a16="http://schemas.microsoft.com/office/drawing/2014/main" id="{78ABFDE4-AAA1-0174-E8C9-344613660C89}"/>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B58D74C8-AC0E-B449-601A-E2D0997E1BF0}"/>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2262787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D12E3D2-CE44-59E6-D034-C39CE314C14A}"/>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3" name="フッター プレースホルダー 2">
            <a:extLst>
              <a:ext uri="{FF2B5EF4-FFF2-40B4-BE49-F238E27FC236}">
                <a16:creationId xmlns:a16="http://schemas.microsoft.com/office/drawing/2014/main" id="{CDE7B443-AE45-153D-9F1D-D24691DA2E16}"/>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395B4E6B-8E4B-826A-F67B-87B926A433CA}"/>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1292147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F010B6-9439-A0E3-1A75-3814A82ED830}"/>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740DC05A-C06C-14E5-193A-A1599D6C19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66C8F2BA-7C37-880B-391A-2A012446F6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EFEBAF50-D097-3166-7DC4-CF862DBBF30E}"/>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6" name="フッター プレースホルダー 5">
            <a:extLst>
              <a:ext uri="{FF2B5EF4-FFF2-40B4-BE49-F238E27FC236}">
                <a16:creationId xmlns:a16="http://schemas.microsoft.com/office/drawing/2014/main" id="{C3686125-D32E-DEDC-371C-16DAA38BEAE2}"/>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2BCE24A0-051C-3B59-F746-897A1592552C}"/>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3907099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0A431E-93CC-2260-6E4B-3D348FB56C56}"/>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963B1722-0ADB-E1A5-E4B5-14536446EB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5E3A5427-8D33-82C6-BC4D-20E687626C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2769CA5-476E-6074-9521-FA6331773D80}"/>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6" name="フッター プレースホルダー 5">
            <a:extLst>
              <a:ext uri="{FF2B5EF4-FFF2-40B4-BE49-F238E27FC236}">
                <a16:creationId xmlns:a16="http://schemas.microsoft.com/office/drawing/2014/main" id="{417265DF-F307-8EE8-8E29-1FB75205D52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F2CD42D-BB21-D352-2672-E8B3285D7E6C}"/>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673883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629DA3-4212-8709-1DBF-A6DFEB62089B}"/>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3FA63ADD-704C-0964-D1DA-25E3AAC68C88}"/>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1E824BBF-FCBF-08F4-55DE-5A6578A2D9A4}"/>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5" name="フッター プレースホルダー 4">
            <a:extLst>
              <a:ext uri="{FF2B5EF4-FFF2-40B4-BE49-F238E27FC236}">
                <a16:creationId xmlns:a16="http://schemas.microsoft.com/office/drawing/2014/main" id="{C39E4C75-F419-91E1-B594-4D44C15110D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082B824-3406-247C-9796-EA7AAF825F4D}"/>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2554697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62C8788-C4FC-37EC-CA85-709EA3D6E6BC}"/>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EB6911B7-4A07-208F-2634-E8354ACEDDF3}"/>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FB8C128D-0234-4081-E4A3-8CF5D5FAFD53}"/>
              </a:ext>
            </a:extLst>
          </p:cNvPr>
          <p:cNvSpPr>
            <a:spLocks noGrp="1"/>
          </p:cNvSpPr>
          <p:nvPr>
            <p:ph type="dt" sz="half" idx="10"/>
          </p:nvPr>
        </p:nvSpPr>
        <p:spPr/>
        <p:txBody>
          <a:bodyPr/>
          <a:lstStyle/>
          <a:p>
            <a:fld id="{28FD6A61-3A6E-4FF1-8E89-CD5E84598BCE}" type="datetimeFigureOut">
              <a:rPr lang="en-GB" smtClean="0"/>
              <a:t>21/04/2026</a:t>
            </a:fld>
            <a:endParaRPr lang="en-GB"/>
          </a:p>
        </p:txBody>
      </p:sp>
      <p:sp>
        <p:nvSpPr>
          <p:cNvPr id="5" name="フッター プレースホルダー 4">
            <a:extLst>
              <a:ext uri="{FF2B5EF4-FFF2-40B4-BE49-F238E27FC236}">
                <a16:creationId xmlns:a16="http://schemas.microsoft.com/office/drawing/2014/main" id="{5CCD860C-537D-1C93-3AEE-933832D56621}"/>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E25BFC3-7142-BF32-697D-63AC7374F829}"/>
              </a:ext>
            </a:extLst>
          </p:cNvPr>
          <p:cNvSpPr>
            <a:spLocks noGrp="1"/>
          </p:cNvSpPr>
          <p:nvPr>
            <p:ph type="sldNum" sz="quarter" idx="12"/>
          </p:nvPr>
        </p:nvSpPr>
        <p:spPr/>
        <p:txBody>
          <a:bodyPr/>
          <a:lstStyle/>
          <a:p>
            <a:fld id="{F8AD3BD5-70A6-4A05-AF0D-2E0359572729}" type="slidenum">
              <a:rPr lang="en-GB" smtClean="0"/>
              <a:t>‹#›</a:t>
            </a:fld>
            <a:endParaRPr lang="en-GB"/>
          </a:p>
        </p:txBody>
      </p:sp>
    </p:spTree>
    <p:extLst>
      <p:ext uri="{BB962C8B-B14F-4D97-AF65-F5344CB8AC3E}">
        <p14:creationId xmlns:p14="http://schemas.microsoft.com/office/powerpoint/2010/main" val="834920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FA30361-A94A-8BE9-F82D-FAC99284A9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39329A4-E16C-2633-D5AE-B280B61418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4F87917D-5543-A7C8-3177-287DED6C6B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FD6A61-3A6E-4FF1-8E89-CD5E84598BCE}" type="datetimeFigureOut">
              <a:rPr lang="en-GB" smtClean="0"/>
              <a:t>21/04/2026</a:t>
            </a:fld>
            <a:endParaRPr lang="en-GB"/>
          </a:p>
        </p:txBody>
      </p:sp>
      <p:sp>
        <p:nvSpPr>
          <p:cNvPr id="5" name="フッター プレースホルダー 4">
            <a:extLst>
              <a:ext uri="{FF2B5EF4-FFF2-40B4-BE49-F238E27FC236}">
                <a16:creationId xmlns:a16="http://schemas.microsoft.com/office/drawing/2014/main" id="{B66C669E-E2EB-E70A-CB61-7650C32804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662D9EF1-E5C5-78EF-E9C9-AE9F0EA103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AD3BD5-70A6-4A05-AF0D-2E0359572729}" type="slidenum">
              <a:rPr lang="en-GB" smtClean="0"/>
              <a:t>‹#›</a:t>
            </a:fld>
            <a:endParaRPr lang="en-GB"/>
          </a:p>
        </p:txBody>
      </p:sp>
    </p:spTree>
    <p:extLst>
      <p:ext uri="{BB962C8B-B14F-4D97-AF65-F5344CB8AC3E}">
        <p14:creationId xmlns:p14="http://schemas.microsoft.com/office/powerpoint/2010/main" val="385943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C93D47A9-09DC-AE29-913D-AA9E2AA8C2E8}"/>
              </a:ext>
            </a:extLst>
          </p:cNvPr>
          <p:cNvSpPr txBox="1"/>
          <p:nvPr/>
        </p:nvSpPr>
        <p:spPr>
          <a:xfrm>
            <a:off x="2945891" y="205683"/>
            <a:ext cx="6300217" cy="830997"/>
          </a:xfrm>
          <a:prstGeom prst="rect">
            <a:avLst/>
          </a:prstGeom>
          <a:noFill/>
        </p:spPr>
        <p:txBody>
          <a:bodyPr wrap="square">
            <a:spAutoFit/>
          </a:bodyPr>
          <a:lstStyle/>
          <a:p>
            <a:pPr>
              <a:spcAft>
                <a:spcPts val="600"/>
              </a:spcAft>
            </a:pPr>
            <a:r>
              <a:rPr lang="en-GB" sz="4800" b="1" dirty="0">
                <a:latin typeface="Calibri" panose="020F0502020204030204" pitchFamily="34" charset="0"/>
                <a:ea typeface="Calibri" panose="020F0502020204030204" pitchFamily="34" charset="0"/>
                <a:cs typeface="Calibri" panose="020F0502020204030204" pitchFamily="34" charset="0"/>
              </a:rPr>
              <a:t>Internship Presentation</a:t>
            </a:r>
          </a:p>
        </p:txBody>
      </p:sp>
      <p:sp>
        <p:nvSpPr>
          <p:cNvPr id="2" name="タイトル 1">
            <a:extLst>
              <a:ext uri="{FF2B5EF4-FFF2-40B4-BE49-F238E27FC236}">
                <a16:creationId xmlns:a16="http://schemas.microsoft.com/office/drawing/2014/main" id="{4A2A48B3-8E3A-D340-9231-AC6D3874DEAF}"/>
              </a:ext>
            </a:extLst>
          </p:cNvPr>
          <p:cNvSpPr txBox="1">
            <a:spLocks/>
          </p:cNvSpPr>
          <p:nvPr/>
        </p:nvSpPr>
        <p:spPr>
          <a:xfrm>
            <a:off x="634914" y="2205857"/>
            <a:ext cx="11125371" cy="111611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t>Artificial Intelligence-Based Prediction of Tunnel Boring Machine Penetration Rate</a:t>
            </a:r>
          </a:p>
        </p:txBody>
      </p:sp>
      <p:sp>
        <p:nvSpPr>
          <p:cNvPr id="9" name="テキスト ボックス 8">
            <a:extLst>
              <a:ext uri="{FF2B5EF4-FFF2-40B4-BE49-F238E27FC236}">
                <a16:creationId xmlns:a16="http://schemas.microsoft.com/office/drawing/2014/main" id="{914C6380-9523-1627-68F9-38686900D685}"/>
              </a:ext>
            </a:extLst>
          </p:cNvPr>
          <p:cNvSpPr txBox="1"/>
          <p:nvPr/>
        </p:nvSpPr>
        <p:spPr>
          <a:xfrm>
            <a:off x="732567" y="5166084"/>
            <a:ext cx="1947133" cy="369332"/>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By: Romain Siame</a:t>
            </a:r>
            <a:endParaRPr lang="en-GB" dirty="0">
              <a:latin typeface="Calibri" panose="020F0502020204030204" pitchFamily="34" charset="0"/>
              <a:ea typeface="Calibri" panose="020F0502020204030204" pitchFamily="34" charset="0"/>
              <a:cs typeface="Calibri" panose="020F0502020204030204" pitchFamily="34" charset="0"/>
            </a:endParaRPr>
          </a:p>
        </p:txBody>
      </p:sp>
      <p:sp>
        <p:nvSpPr>
          <p:cNvPr id="3" name="テキスト ボックス 2">
            <a:extLst>
              <a:ext uri="{FF2B5EF4-FFF2-40B4-BE49-F238E27FC236}">
                <a16:creationId xmlns:a16="http://schemas.microsoft.com/office/drawing/2014/main" id="{B6FCDA14-0269-F8CE-A4B1-B076D12BD12D}"/>
              </a:ext>
            </a:extLst>
          </p:cNvPr>
          <p:cNvSpPr txBox="1"/>
          <p:nvPr/>
        </p:nvSpPr>
        <p:spPr>
          <a:xfrm>
            <a:off x="8356602" y="5286734"/>
            <a:ext cx="3458433" cy="984885"/>
          </a:xfrm>
          <a:prstGeom prst="rect">
            <a:avLst/>
          </a:prstGeom>
          <a:noFill/>
        </p:spPr>
        <p:txBody>
          <a:bodyPr wrap="square">
            <a:spAutoFit/>
          </a:bodyPr>
          <a:lstStyle/>
          <a:p>
            <a:r>
              <a:rPr lang="en-US" sz="1400" b="1" dirty="0">
                <a:latin typeface="Calibri" panose="020F0502020204030204" pitchFamily="34" charset="0"/>
                <a:ea typeface="Calibri" panose="020F0502020204030204" pitchFamily="34" charset="0"/>
                <a:cs typeface="Calibri" panose="020F0502020204030204" pitchFamily="34" charset="0"/>
              </a:rPr>
              <a:t>Supervisor: </a:t>
            </a:r>
            <a:r>
              <a:rPr lang="en-US" sz="1400" b="1" dirty="0" err="1">
                <a:latin typeface="Calibri" panose="020F0502020204030204" pitchFamily="34" charset="0"/>
                <a:ea typeface="Calibri" panose="020F0502020204030204" pitchFamily="34" charset="0"/>
                <a:cs typeface="Calibri" panose="020F0502020204030204" pitchFamily="34" charset="0"/>
              </a:rPr>
              <a:t>Yewuhalashet</a:t>
            </a:r>
            <a:r>
              <a:rPr lang="en-US" sz="1400" b="1" dirty="0">
                <a:latin typeface="Calibri" panose="020F0502020204030204" pitchFamily="34" charset="0"/>
                <a:ea typeface="Calibri" panose="020F0502020204030204" pitchFamily="34" charset="0"/>
                <a:cs typeface="Calibri" panose="020F0502020204030204" pitchFamily="34" charset="0"/>
              </a:rPr>
              <a:t> </a:t>
            </a:r>
            <a:r>
              <a:rPr lang="en-US" sz="1400" b="1" dirty="0" err="1">
                <a:latin typeface="Calibri" panose="020F0502020204030204" pitchFamily="34" charset="0"/>
                <a:ea typeface="Calibri" panose="020F0502020204030204" pitchFamily="34" charset="0"/>
                <a:cs typeface="Calibri" panose="020F0502020204030204" pitchFamily="34" charset="0"/>
              </a:rPr>
              <a:t>Fissha</a:t>
            </a:r>
            <a:r>
              <a:rPr lang="en-US" sz="1400" b="1" dirty="0">
                <a:latin typeface="Calibri" panose="020F0502020204030204" pitchFamily="34" charset="0"/>
                <a:ea typeface="Calibri" panose="020F0502020204030204" pitchFamily="34" charset="0"/>
                <a:cs typeface="Calibri" panose="020F0502020204030204" pitchFamily="34" charset="0"/>
              </a:rPr>
              <a:t>, PhD</a:t>
            </a:r>
          </a:p>
          <a:p>
            <a:endParaRPr lang="en-GB" sz="1400" b="1" dirty="0">
              <a:latin typeface="Calibri" panose="020F0502020204030204" pitchFamily="34" charset="0"/>
              <a:ea typeface="Calibri" panose="020F0502020204030204" pitchFamily="34" charset="0"/>
              <a:cs typeface="Calibri" panose="020F0502020204030204" pitchFamily="34" charset="0"/>
            </a:endParaRPr>
          </a:p>
          <a:p>
            <a:r>
              <a:rPr lang="en-GB" sz="1400" b="1" dirty="0">
                <a:latin typeface="Calibri" panose="020F0502020204030204" pitchFamily="34" charset="0"/>
                <a:ea typeface="Calibri" panose="020F0502020204030204" pitchFamily="34" charset="0"/>
                <a:cs typeface="Calibri" panose="020F0502020204030204" pitchFamily="34" charset="0"/>
              </a:rPr>
              <a:t>National Institute of Technology, Asahikawa College</a:t>
            </a:r>
          </a:p>
        </p:txBody>
      </p:sp>
    </p:spTree>
    <p:extLst>
      <p:ext uri="{BB962C8B-B14F-4D97-AF65-F5344CB8AC3E}">
        <p14:creationId xmlns:p14="http://schemas.microsoft.com/office/powerpoint/2010/main" val="2478865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58048B4-3F65-4EB9-ABA8-099353BE8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AE2FDE4-8ECB-4D0B-B871-D4EE5260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A2A48B3-8E3A-D340-9231-AC6D3874DEAF}"/>
              </a:ext>
            </a:extLst>
          </p:cNvPr>
          <p:cNvSpPr>
            <a:spLocks noGrp="1"/>
          </p:cNvSpPr>
          <p:nvPr>
            <p:ph type="ctrTitle"/>
          </p:nvPr>
        </p:nvSpPr>
        <p:spPr>
          <a:xfrm>
            <a:off x="533314" y="3171057"/>
            <a:ext cx="11125371" cy="1116116"/>
          </a:xfrm>
        </p:spPr>
        <p:txBody>
          <a:bodyPr vert="horz" lIns="91440" tIns="45720" rIns="91440" bIns="45720" rtlCol="0" anchor="b">
            <a:normAutofit/>
          </a:bodyPr>
          <a:lstStyle/>
          <a:p>
            <a:pPr algn="l"/>
            <a:r>
              <a:rPr lang="en-US" sz="3600" b="1" dirty="0">
                <a:solidFill>
                  <a:schemeClr val="tx2"/>
                </a:solidFill>
              </a:rPr>
              <a:t>Artificial Intelligence-Based Prediction of Tunnel Boring Machine Penetration Rate</a:t>
            </a:r>
          </a:p>
        </p:txBody>
      </p:sp>
      <p:sp>
        <p:nvSpPr>
          <p:cNvPr id="3" name="タイトル 1">
            <a:extLst>
              <a:ext uri="{FF2B5EF4-FFF2-40B4-BE49-F238E27FC236}">
                <a16:creationId xmlns:a16="http://schemas.microsoft.com/office/drawing/2014/main" id="{03648BC7-E9D7-408C-4E9F-39890B4958E6}"/>
              </a:ext>
            </a:extLst>
          </p:cNvPr>
          <p:cNvSpPr txBox="1">
            <a:spLocks/>
          </p:cNvSpPr>
          <p:nvPr/>
        </p:nvSpPr>
        <p:spPr>
          <a:xfrm>
            <a:off x="732567" y="4067745"/>
            <a:ext cx="10530318" cy="1949813"/>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1000"/>
              </a:spcBef>
            </a:pPr>
            <a:endParaRPr lang="en-US" sz="2200" b="1" dirty="0">
              <a:solidFill>
                <a:schemeClr val="tx2"/>
              </a:solidFill>
              <a:latin typeface="+mn-lt"/>
              <a:ea typeface="+mn-ea"/>
              <a:cs typeface="+mn-cs"/>
            </a:endParaRPr>
          </a:p>
        </p:txBody>
      </p:sp>
      <p:cxnSp>
        <p:nvCxnSpPr>
          <p:cNvPr id="16" name="Straight Connector 15">
            <a:extLst>
              <a:ext uri="{FF2B5EF4-FFF2-40B4-BE49-F238E27FC236}">
                <a16:creationId xmlns:a16="http://schemas.microsoft.com/office/drawing/2014/main" id="{3C86DB23-FEFE-4C3A-88FA-8E855AB1EE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BB22FAF-4B4F-40B1-97FF-67CD036C89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18488D89-E3BB-4E60-BF44-5F0BE92E3F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21" name="Straight Connector 20">
              <a:extLst>
                <a:ext uri="{FF2B5EF4-FFF2-40B4-BE49-F238E27FC236}">
                  <a16:creationId xmlns:a16="http://schemas.microsoft.com/office/drawing/2014/main" id="{98FA7B87-C151-46CF-9E07-DD4FD97175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99EB480-500C-4A3E-BED3-513B88DB01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7" name="テキスト ボックス 6">
            <a:extLst>
              <a:ext uri="{FF2B5EF4-FFF2-40B4-BE49-F238E27FC236}">
                <a16:creationId xmlns:a16="http://schemas.microsoft.com/office/drawing/2014/main" id="{C93D47A9-09DC-AE29-913D-AA9E2AA8C2E8}"/>
              </a:ext>
            </a:extLst>
          </p:cNvPr>
          <p:cNvSpPr txBox="1"/>
          <p:nvPr/>
        </p:nvSpPr>
        <p:spPr>
          <a:xfrm>
            <a:off x="2441447" y="339033"/>
            <a:ext cx="6300217" cy="830997"/>
          </a:xfrm>
          <a:prstGeom prst="rect">
            <a:avLst/>
          </a:prstGeom>
          <a:noFill/>
        </p:spPr>
        <p:txBody>
          <a:bodyPr wrap="square">
            <a:spAutoFit/>
          </a:bodyPr>
          <a:lstStyle/>
          <a:p>
            <a:pPr>
              <a:spcAft>
                <a:spcPts val="600"/>
              </a:spcAft>
            </a:pPr>
            <a:r>
              <a:rPr lang="en-GB" sz="4800" b="1" dirty="0">
                <a:latin typeface="Calibri" panose="020F0502020204030204" pitchFamily="34" charset="0"/>
                <a:ea typeface="Calibri" panose="020F0502020204030204" pitchFamily="34" charset="0"/>
                <a:cs typeface="Calibri" panose="020F0502020204030204" pitchFamily="34" charset="0"/>
              </a:rPr>
              <a:t>Internship Presentation</a:t>
            </a:r>
          </a:p>
        </p:txBody>
      </p:sp>
      <p:sp>
        <p:nvSpPr>
          <p:cNvPr id="9" name="テキスト ボックス 8">
            <a:extLst>
              <a:ext uri="{FF2B5EF4-FFF2-40B4-BE49-F238E27FC236}">
                <a16:creationId xmlns:a16="http://schemas.microsoft.com/office/drawing/2014/main" id="{914C6380-9523-1627-68F9-38686900D685}"/>
              </a:ext>
            </a:extLst>
          </p:cNvPr>
          <p:cNvSpPr txBox="1"/>
          <p:nvPr/>
        </p:nvSpPr>
        <p:spPr>
          <a:xfrm>
            <a:off x="732567" y="5432784"/>
            <a:ext cx="2695651" cy="584775"/>
          </a:xfrm>
          <a:prstGeom prst="rect">
            <a:avLst/>
          </a:prstGeom>
          <a:noFill/>
        </p:spPr>
        <p:txBody>
          <a:bodyPr wrap="square">
            <a:spAutoFit/>
          </a:bodyPr>
          <a:lstStyle/>
          <a:p>
            <a:r>
              <a:rPr lang="en-US" sz="3200" b="1" dirty="0">
                <a:solidFill>
                  <a:schemeClr val="tx2"/>
                </a:solidFill>
                <a:latin typeface="Calibri" panose="020F0502020204030204" pitchFamily="34" charset="0"/>
                <a:ea typeface="Calibri" panose="020F0502020204030204" pitchFamily="34" charset="0"/>
                <a:cs typeface="Calibri" panose="020F0502020204030204" pitchFamily="34" charset="0"/>
              </a:rPr>
              <a:t>Romain Siame</a:t>
            </a:r>
            <a:endParaRPr lang="en-GB"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51511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B6D221A-1281-E3E1-580D-CEC5D3D34A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80" y="101454"/>
            <a:ext cx="6536846" cy="4140000"/>
          </a:xfrm>
          <a:prstGeom prst="rect">
            <a:avLst/>
          </a:prstGeom>
          <a:noFill/>
          <a:extLst>
            <a:ext uri="{909E8E84-426E-40DD-AFC4-6F175D3DCCD1}">
              <a14:hiddenFill xmlns:a14="http://schemas.microsoft.com/office/drawing/2010/main">
                <a:solidFill>
                  <a:srgbClr val="FFFFFF"/>
                </a:solidFill>
              </a14:hiddenFill>
            </a:ext>
          </a:extLst>
        </p:spPr>
      </p:pic>
      <p:pic>
        <p:nvPicPr>
          <p:cNvPr id="3" name="図 2" descr="The image depicts a complex geological drilling system with various components, including a drill bit, pressure gauges, and measurement tools, illustrating the mechanics of drilling operations.&#10;&#10;AI 生成コンテンツは誤りを含む可能性があります。">
            <a:extLst>
              <a:ext uri="{FF2B5EF4-FFF2-40B4-BE49-F238E27FC236}">
                <a16:creationId xmlns:a16="http://schemas.microsoft.com/office/drawing/2014/main" id="{2C2FEAE9-0325-74B3-48D1-BD1E8398BD0A}"/>
              </a:ext>
            </a:extLst>
          </p:cNvPr>
          <p:cNvPicPr>
            <a:picLocks noChangeAspect="1"/>
          </p:cNvPicPr>
          <p:nvPr/>
        </p:nvPicPr>
        <p:blipFill>
          <a:blip r:embed="rId3"/>
          <a:stretch>
            <a:fillRect/>
          </a:stretch>
        </p:blipFill>
        <p:spPr>
          <a:xfrm>
            <a:off x="6739414" y="3090979"/>
            <a:ext cx="5340506" cy="3564000"/>
          </a:xfrm>
          <a:prstGeom prst="rect">
            <a:avLst/>
          </a:prstGeom>
        </p:spPr>
      </p:pic>
      <p:sp>
        <p:nvSpPr>
          <p:cNvPr id="4" name="テキスト ボックス 3">
            <a:extLst>
              <a:ext uri="{FF2B5EF4-FFF2-40B4-BE49-F238E27FC236}">
                <a16:creationId xmlns:a16="http://schemas.microsoft.com/office/drawing/2014/main" id="{44A79509-A6A0-83F1-7BE4-B5FE587C71A4}"/>
              </a:ext>
            </a:extLst>
          </p:cNvPr>
          <p:cNvSpPr txBox="1"/>
          <p:nvPr/>
        </p:nvSpPr>
        <p:spPr>
          <a:xfrm>
            <a:off x="7087788" y="203021"/>
            <a:ext cx="4643757" cy="523220"/>
          </a:xfrm>
          <a:prstGeom prst="rect">
            <a:avLst/>
          </a:prstGeom>
          <a:noFill/>
        </p:spPr>
        <p:txBody>
          <a:bodyPr wrap="square">
            <a:spAutoFit/>
          </a:bodyPr>
          <a:lstStyle/>
          <a:p>
            <a:r>
              <a:rPr lang="en-GB" sz="2800" b="1" i="0" dirty="0">
                <a:effectLst/>
                <a:latin typeface="Calibri" panose="020F0502020204030204" pitchFamily="34" charset="0"/>
                <a:ea typeface="Calibri" panose="020F0502020204030204" pitchFamily="34" charset="0"/>
                <a:cs typeface="Calibri" panose="020F0502020204030204" pitchFamily="34" charset="0"/>
              </a:rPr>
              <a:t>Tunnel boring machine (TBM)</a:t>
            </a:r>
            <a:endParaRPr lang="en-GB" sz="2800" dirty="0">
              <a:latin typeface="Calibri" panose="020F0502020204030204" pitchFamily="34" charset="0"/>
              <a:ea typeface="Calibri" panose="020F0502020204030204" pitchFamily="34" charset="0"/>
              <a:cs typeface="Calibri" panose="020F0502020204030204" pitchFamily="34" charset="0"/>
            </a:endParaRPr>
          </a:p>
        </p:txBody>
      </p:sp>
      <p:cxnSp>
        <p:nvCxnSpPr>
          <p:cNvPr id="6" name="直線矢印コネクタ 5">
            <a:extLst>
              <a:ext uri="{FF2B5EF4-FFF2-40B4-BE49-F238E27FC236}">
                <a16:creationId xmlns:a16="http://schemas.microsoft.com/office/drawing/2014/main" id="{037A640B-52D1-26C1-0F35-782786E40EF8}"/>
              </a:ext>
            </a:extLst>
          </p:cNvPr>
          <p:cNvCxnSpPr>
            <a:cxnSpLocks/>
          </p:cNvCxnSpPr>
          <p:nvPr/>
        </p:nvCxnSpPr>
        <p:spPr>
          <a:xfrm flipV="1">
            <a:off x="945136" y="3181190"/>
            <a:ext cx="491778" cy="24973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693E0EE7-8FC7-B777-7D53-97047965BBCD}"/>
              </a:ext>
            </a:extLst>
          </p:cNvPr>
          <p:cNvSpPr txBox="1"/>
          <p:nvPr/>
        </p:nvSpPr>
        <p:spPr>
          <a:xfrm>
            <a:off x="614981" y="5678500"/>
            <a:ext cx="1229446" cy="338554"/>
          </a:xfrm>
          <a:prstGeom prst="rect">
            <a:avLst/>
          </a:prstGeom>
          <a:noFill/>
        </p:spPr>
        <p:txBody>
          <a:bodyPr wrap="square">
            <a:spAutoFit/>
          </a:bodyPr>
          <a:lstStyle/>
          <a:p>
            <a:r>
              <a:rPr lang="en-GB" sz="1600" i="0" dirty="0">
                <a:effectLst/>
                <a:latin typeface="Calibri" panose="020F0502020204030204" pitchFamily="34" charset="0"/>
                <a:ea typeface="Calibri" panose="020F0502020204030204" pitchFamily="34" charset="0"/>
                <a:cs typeface="Calibri" panose="020F0502020204030204" pitchFamily="34" charset="0"/>
              </a:rPr>
              <a:t>Disc cutter</a:t>
            </a:r>
            <a:endParaRPr lang="en-GB" sz="1600" dirty="0">
              <a:latin typeface="Calibri" panose="020F0502020204030204" pitchFamily="34" charset="0"/>
              <a:ea typeface="Calibri" panose="020F0502020204030204" pitchFamily="34" charset="0"/>
              <a:cs typeface="Calibri" panose="020F0502020204030204" pitchFamily="34" charset="0"/>
            </a:endParaRPr>
          </a:p>
        </p:txBody>
      </p:sp>
      <p:sp>
        <p:nvSpPr>
          <p:cNvPr id="11" name="テキスト ボックス 10">
            <a:extLst>
              <a:ext uri="{FF2B5EF4-FFF2-40B4-BE49-F238E27FC236}">
                <a16:creationId xmlns:a16="http://schemas.microsoft.com/office/drawing/2014/main" id="{C77A652A-AF7A-D816-AD31-9DCC3B53A493}"/>
              </a:ext>
            </a:extLst>
          </p:cNvPr>
          <p:cNvSpPr txBox="1"/>
          <p:nvPr/>
        </p:nvSpPr>
        <p:spPr>
          <a:xfrm>
            <a:off x="3925519" y="5863166"/>
            <a:ext cx="692585" cy="369332"/>
          </a:xfrm>
          <a:prstGeom prst="rect">
            <a:avLst/>
          </a:prstGeom>
          <a:noFill/>
        </p:spPr>
        <p:txBody>
          <a:bodyPr wrap="square">
            <a:spAutoFit/>
          </a:bodyPr>
          <a:lstStyle/>
          <a:p>
            <a:r>
              <a:rPr lang="en-GB" i="0" dirty="0">
                <a:effectLst/>
                <a:latin typeface="Ember Display"/>
              </a:rPr>
              <a:t>Rock</a:t>
            </a:r>
            <a:endParaRPr lang="en-GB" dirty="0"/>
          </a:p>
        </p:txBody>
      </p:sp>
      <p:cxnSp>
        <p:nvCxnSpPr>
          <p:cNvPr id="12" name="直線矢印コネクタ 11">
            <a:extLst>
              <a:ext uri="{FF2B5EF4-FFF2-40B4-BE49-F238E27FC236}">
                <a16:creationId xmlns:a16="http://schemas.microsoft.com/office/drawing/2014/main" id="{36088E9A-73C0-5C6D-B548-578060A16BD1}"/>
              </a:ext>
            </a:extLst>
          </p:cNvPr>
          <p:cNvCxnSpPr>
            <a:cxnSpLocks/>
            <a:stCxn id="11" idx="0"/>
          </p:cNvCxnSpPr>
          <p:nvPr/>
        </p:nvCxnSpPr>
        <p:spPr>
          <a:xfrm flipH="1" flipV="1">
            <a:off x="4182711" y="3983340"/>
            <a:ext cx="89101" cy="18798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5379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The diagram illustrates a hierarchical structure of AI concepts, starting with Artificial Intelligence, branching into Machine Learning, further into Deep Learning, and culminating in Generative AI.&#10;&#10;AI 生成コンテンツは誤りを含む可能性があります。">
            <a:extLst>
              <a:ext uri="{FF2B5EF4-FFF2-40B4-BE49-F238E27FC236}">
                <a16:creationId xmlns:a16="http://schemas.microsoft.com/office/drawing/2014/main" id="{56676148-77DB-95FF-855D-53DF378BA79C}"/>
              </a:ext>
            </a:extLst>
          </p:cNvPr>
          <p:cNvPicPr>
            <a:picLocks noChangeAspect="1"/>
          </p:cNvPicPr>
          <p:nvPr/>
        </p:nvPicPr>
        <p:blipFill>
          <a:blip r:embed="rId2"/>
          <a:stretch>
            <a:fillRect/>
          </a:stretch>
        </p:blipFill>
        <p:spPr>
          <a:xfrm>
            <a:off x="4708864" y="333000"/>
            <a:ext cx="6192000" cy="6192000"/>
          </a:xfrm>
          <a:prstGeom prst="rect">
            <a:avLst/>
          </a:prstGeom>
        </p:spPr>
      </p:pic>
      <p:sp>
        <p:nvSpPr>
          <p:cNvPr id="7" name="テキスト ボックス 6">
            <a:extLst>
              <a:ext uri="{FF2B5EF4-FFF2-40B4-BE49-F238E27FC236}">
                <a16:creationId xmlns:a16="http://schemas.microsoft.com/office/drawing/2014/main" id="{1F533E0B-2D6D-C853-185B-7BE656BAA296}"/>
              </a:ext>
            </a:extLst>
          </p:cNvPr>
          <p:cNvSpPr txBox="1"/>
          <p:nvPr/>
        </p:nvSpPr>
        <p:spPr>
          <a:xfrm>
            <a:off x="290779" y="466387"/>
            <a:ext cx="3118104" cy="461665"/>
          </a:xfrm>
          <a:prstGeom prst="rect">
            <a:avLst/>
          </a:prstGeom>
          <a:noFill/>
        </p:spPr>
        <p:txBody>
          <a:bodyPr wrap="square">
            <a:spAutoFit/>
          </a:bodyPr>
          <a:lstStyle/>
          <a:p>
            <a:r>
              <a:rPr lang="en-GB" sz="2400" b="1" i="0" dirty="0">
                <a:effectLst/>
                <a:latin typeface="Ember Display"/>
              </a:rPr>
              <a:t>Artificial Intelligence</a:t>
            </a:r>
            <a:endParaRPr lang="en-GB" sz="2400" dirty="0"/>
          </a:p>
        </p:txBody>
      </p:sp>
    </p:spTree>
    <p:extLst>
      <p:ext uri="{BB962C8B-B14F-4D97-AF65-F5344CB8AC3E}">
        <p14:creationId xmlns:p14="http://schemas.microsoft.com/office/powerpoint/2010/main" val="1159522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The image depicts a diagram illustrating the stages of the Machine Learning Life Cycle, starting with a business goal, followed by monitoring, framing the problem, deployment, data processing, and culminating in model development.&#10;&#10;AI 生成コンテンツは誤りを含む可能性があります。">
            <a:extLst>
              <a:ext uri="{FF2B5EF4-FFF2-40B4-BE49-F238E27FC236}">
                <a16:creationId xmlns:a16="http://schemas.microsoft.com/office/drawing/2014/main" id="{054EE9FB-FD86-D3B2-3B3B-3D2823014242}"/>
              </a:ext>
            </a:extLst>
          </p:cNvPr>
          <p:cNvPicPr>
            <a:picLocks noChangeAspect="1"/>
          </p:cNvPicPr>
          <p:nvPr/>
        </p:nvPicPr>
        <p:blipFill>
          <a:blip r:embed="rId2"/>
          <a:stretch>
            <a:fillRect/>
          </a:stretch>
        </p:blipFill>
        <p:spPr>
          <a:xfrm>
            <a:off x="2647804" y="66372"/>
            <a:ext cx="6896391" cy="6505799"/>
          </a:xfrm>
          <a:prstGeom prst="rect">
            <a:avLst/>
          </a:prstGeom>
        </p:spPr>
      </p:pic>
    </p:spTree>
    <p:extLst>
      <p:ext uri="{BB962C8B-B14F-4D97-AF65-F5344CB8AC3E}">
        <p14:creationId xmlns:p14="http://schemas.microsoft.com/office/powerpoint/2010/main" val="124711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Dimensionality Reduction.&#10;&#10;AI 生成コンテンツは誤りを含む可能性があります。">
            <a:extLst>
              <a:ext uri="{FF2B5EF4-FFF2-40B4-BE49-F238E27FC236}">
                <a16:creationId xmlns:a16="http://schemas.microsoft.com/office/drawing/2014/main" id="{C90A540D-9F90-2E64-859C-6AD7E9DAA886}"/>
              </a:ext>
            </a:extLst>
          </p:cNvPr>
          <p:cNvPicPr>
            <a:picLocks noChangeAspect="1"/>
          </p:cNvPicPr>
          <p:nvPr/>
        </p:nvPicPr>
        <p:blipFill>
          <a:blip r:embed="rId2"/>
          <a:stretch>
            <a:fillRect/>
          </a:stretch>
        </p:blipFill>
        <p:spPr>
          <a:xfrm>
            <a:off x="386850" y="475495"/>
            <a:ext cx="10984982" cy="2509108"/>
          </a:xfrm>
          <a:prstGeom prst="rect">
            <a:avLst/>
          </a:prstGeom>
        </p:spPr>
      </p:pic>
      <p:pic>
        <p:nvPicPr>
          <p:cNvPr id="6" name="図 5" descr="Model&#10;&#10;AI 生成コンテンツは誤りを含む可能性があります。">
            <a:extLst>
              <a:ext uri="{FF2B5EF4-FFF2-40B4-BE49-F238E27FC236}">
                <a16:creationId xmlns:a16="http://schemas.microsoft.com/office/drawing/2014/main" id="{DD2E6E09-3D6F-0661-150E-C3B3DF5A4FD8}"/>
              </a:ext>
            </a:extLst>
          </p:cNvPr>
          <p:cNvPicPr>
            <a:picLocks noChangeAspect="1"/>
          </p:cNvPicPr>
          <p:nvPr/>
        </p:nvPicPr>
        <p:blipFill>
          <a:blip r:embed="rId3"/>
          <a:stretch>
            <a:fillRect/>
          </a:stretch>
        </p:blipFill>
        <p:spPr>
          <a:xfrm>
            <a:off x="742765" y="5137934"/>
            <a:ext cx="10706469" cy="1006918"/>
          </a:xfrm>
          <a:prstGeom prst="rect">
            <a:avLst/>
          </a:prstGeom>
        </p:spPr>
      </p:pic>
      <p:cxnSp>
        <p:nvCxnSpPr>
          <p:cNvPr id="5" name="直線矢印コネクタ 4">
            <a:extLst>
              <a:ext uri="{FF2B5EF4-FFF2-40B4-BE49-F238E27FC236}">
                <a16:creationId xmlns:a16="http://schemas.microsoft.com/office/drawing/2014/main" id="{0ECBFBCA-B7FC-4894-BF4A-CE5BE8EC877A}"/>
              </a:ext>
            </a:extLst>
          </p:cNvPr>
          <p:cNvCxnSpPr/>
          <p:nvPr/>
        </p:nvCxnSpPr>
        <p:spPr>
          <a:xfrm>
            <a:off x="3028492" y="2896819"/>
            <a:ext cx="0" cy="22411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テキスト ボックス 6">
            <a:extLst>
              <a:ext uri="{FF2B5EF4-FFF2-40B4-BE49-F238E27FC236}">
                <a16:creationId xmlns:a16="http://schemas.microsoft.com/office/drawing/2014/main" id="{72AEE45A-FDFE-95C5-628A-2409BEFB1153}"/>
              </a:ext>
            </a:extLst>
          </p:cNvPr>
          <p:cNvSpPr txBox="1"/>
          <p:nvPr/>
        </p:nvSpPr>
        <p:spPr>
          <a:xfrm>
            <a:off x="3529314" y="3977127"/>
            <a:ext cx="1784906" cy="307777"/>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GB" sz="1400" dirty="0">
                <a:latin typeface="Times New Roman" panose="02020603050405020304" pitchFamily="18" charset="0"/>
                <a:cs typeface="Times New Roman" panose="02020603050405020304" pitchFamily="18" charset="0"/>
              </a:rPr>
              <a:t>Target of this research</a:t>
            </a:r>
          </a:p>
        </p:txBody>
      </p:sp>
      <p:cxnSp>
        <p:nvCxnSpPr>
          <p:cNvPr id="9" name="直線矢印コネクタ 8">
            <a:extLst>
              <a:ext uri="{FF2B5EF4-FFF2-40B4-BE49-F238E27FC236}">
                <a16:creationId xmlns:a16="http://schemas.microsoft.com/office/drawing/2014/main" id="{E552CE45-AF7B-797D-F0B9-0B196337D53C}"/>
              </a:ext>
            </a:extLst>
          </p:cNvPr>
          <p:cNvCxnSpPr>
            <a:cxnSpLocks/>
          </p:cNvCxnSpPr>
          <p:nvPr/>
        </p:nvCxnSpPr>
        <p:spPr>
          <a:xfrm flipH="1">
            <a:off x="3028492" y="4131015"/>
            <a:ext cx="500822" cy="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285782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The diagram illustrates a business problem-solving process, starting with problem framing, data collection, and feature engineering, followed by model training, tuning, testing, and deployment, with a decision point on whether the business goals are met.&#10;&#10;AI 生成コンテンツは誤りを含む可能性があります。">
            <a:extLst>
              <a:ext uri="{FF2B5EF4-FFF2-40B4-BE49-F238E27FC236}">
                <a16:creationId xmlns:a16="http://schemas.microsoft.com/office/drawing/2014/main" id="{CA817E67-AB83-656D-39DE-96AC2266C2AC}"/>
              </a:ext>
            </a:extLst>
          </p:cNvPr>
          <p:cNvPicPr>
            <a:picLocks noChangeAspect="1"/>
          </p:cNvPicPr>
          <p:nvPr/>
        </p:nvPicPr>
        <p:blipFill>
          <a:blip r:embed="rId2"/>
          <a:stretch>
            <a:fillRect/>
          </a:stretch>
        </p:blipFill>
        <p:spPr>
          <a:xfrm>
            <a:off x="441208" y="1053863"/>
            <a:ext cx="11309583" cy="5688000"/>
          </a:xfrm>
          <a:prstGeom prst="rect">
            <a:avLst/>
          </a:prstGeom>
        </p:spPr>
      </p:pic>
      <p:sp>
        <p:nvSpPr>
          <p:cNvPr id="5" name="テキスト ボックス 4">
            <a:extLst>
              <a:ext uri="{FF2B5EF4-FFF2-40B4-BE49-F238E27FC236}">
                <a16:creationId xmlns:a16="http://schemas.microsoft.com/office/drawing/2014/main" id="{3BA3C1C9-5651-1C43-DEEE-EAD216201EF8}"/>
              </a:ext>
            </a:extLst>
          </p:cNvPr>
          <p:cNvSpPr txBox="1"/>
          <p:nvPr/>
        </p:nvSpPr>
        <p:spPr>
          <a:xfrm>
            <a:off x="311374" y="116137"/>
            <a:ext cx="9615351" cy="369332"/>
          </a:xfrm>
          <a:prstGeom prst="rect">
            <a:avLst/>
          </a:prstGeom>
          <a:noFill/>
        </p:spPr>
        <p:txBody>
          <a:bodyPr wrap="square">
            <a:spAutoFit/>
          </a:bodyPr>
          <a:lstStyle/>
          <a:p>
            <a:r>
              <a:rPr lang="en-GB" b="0" i="0" dirty="0" err="1">
                <a:solidFill>
                  <a:srgbClr val="000000"/>
                </a:solidFill>
                <a:effectLst/>
                <a:latin typeface="Ember Display"/>
              </a:rPr>
              <a:t>MLOps</a:t>
            </a:r>
            <a:r>
              <a:rPr lang="en-GB" b="0" i="0" dirty="0">
                <a:solidFill>
                  <a:srgbClr val="000000"/>
                </a:solidFill>
                <a:effectLst/>
                <a:latin typeface="Ember Display"/>
              </a:rPr>
              <a:t> combines people, technology, and processes to deliver collaborative ML solutions.</a:t>
            </a:r>
            <a:endParaRPr lang="en-GB" dirty="0"/>
          </a:p>
        </p:txBody>
      </p:sp>
    </p:spTree>
    <p:extLst>
      <p:ext uri="{BB962C8B-B14F-4D97-AF65-F5344CB8AC3E}">
        <p14:creationId xmlns:p14="http://schemas.microsoft.com/office/powerpoint/2010/main" val="1929264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The image depicts a workflow diagram for the lifecycle of a data model, including steps for preparation, building, evaluation, selection, deployment, and monitoring.&#10;&#10;AI 生成コンテンツは誤りを含む可能性があります。">
            <a:extLst>
              <a:ext uri="{FF2B5EF4-FFF2-40B4-BE49-F238E27FC236}">
                <a16:creationId xmlns:a16="http://schemas.microsoft.com/office/drawing/2014/main" id="{463ABBCC-B4B4-AF91-D829-184755E2333C}"/>
              </a:ext>
            </a:extLst>
          </p:cNvPr>
          <p:cNvPicPr>
            <a:picLocks noChangeAspect="1"/>
          </p:cNvPicPr>
          <p:nvPr/>
        </p:nvPicPr>
        <p:blipFill>
          <a:blip r:embed="rId2"/>
          <a:stretch>
            <a:fillRect/>
          </a:stretch>
        </p:blipFill>
        <p:spPr>
          <a:xfrm>
            <a:off x="316173" y="1433778"/>
            <a:ext cx="11559654" cy="5275561"/>
          </a:xfrm>
          <a:prstGeom prst="rect">
            <a:avLst/>
          </a:prstGeom>
        </p:spPr>
      </p:pic>
      <p:sp>
        <p:nvSpPr>
          <p:cNvPr id="7" name="テキスト ボックス 6">
            <a:extLst>
              <a:ext uri="{FF2B5EF4-FFF2-40B4-BE49-F238E27FC236}">
                <a16:creationId xmlns:a16="http://schemas.microsoft.com/office/drawing/2014/main" id="{CD65AB24-3793-D4EF-7F99-604BDA9965D9}"/>
              </a:ext>
            </a:extLst>
          </p:cNvPr>
          <p:cNvSpPr txBox="1"/>
          <p:nvPr/>
        </p:nvSpPr>
        <p:spPr>
          <a:xfrm>
            <a:off x="598018" y="331540"/>
            <a:ext cx="3352190" cy="461665"/>
          </a:xfrm>
          <a:prstGeom prst="rect">
            <a:avLst/>
          </a:prstGeom>
          <a:noFill/>
        </p:spPr>
        <p:txBody>
          <a:bodyPr wrap="square">
            <a:spAutoFit/>
          </a:bodyPr>
          <a:lstStyle/>
          <a:p>
            <a:r>
              <a:rPr lang="en-GB" sz="2400" b="1" i="0" dirty="0">
                <a:effectLst/>
                <a:latin typeface="inherit"/>
              </a:rPr>
              <a:t>ML lifecycle and </a:t>
            </a:r>
            <a:r>
              <a:rPr lang="en-GB" sz="2400" b="1" i="0" dirty="0" err="1">
                <a:effectLst/>
                <a:latin typeface="inherit"/>
              </a:rPr>
              <a:t>MLOps</a:t>
            </a:r>
            <a:endParaRPr lang="en-GB" sz="2400" dirty="0"/>
          </a:p>
        </p:txBody>
      </p:sp>
    </p:spTree>
    <p:extLst>
      <p:ext uri="{BB962C8B-B14F-4D97-AF65-F5344CB8AC3E}">
        <p14:creationId xmlns:p14="http://schemas.microsoft.com/office/powerpoint/2010/main" val="2303609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The image depicts a data pipeline process, starting with data preparation, followed by model building, testing, deployment, and monitoring, alongside repositories for data, code, and models.&#10;&#10;AI 生成コンテンツは誤りを含む可能性があります。">
            <a:extLst>
              <a:ext uri="{FF2B5EF4-FFF2-40B4-BE49-F238E27FC236}">
                <a16:creationId xmlns:a16="http://schemas.microsoft.com/office/drawing/2014/main" id="{6ACD30DB-4933-47F6-A226-843458345F79}"/>
              </a:ext>
            </a:extLst>
          </p:cNvPr>
          <p:cNvPicPr>
            <a:picLocks noChangeAspect="1"/>
          </p:cNvPicPr>
          <p:nvPr/>
        </p:nvPicPr>
        <p:blipFill>
          <a:blip r:embed="rId2"/>
          <a:stretch>
            <a:fillRect/>
          </a:stretch>
        </p:blipFill>
        <p:spPr>
          <a:xfrm>
            <a:off x="361309" y="2092147"/>
            <a:ext cx="11571796" cy="4393030"/>
          </a:xfrm>
          <a:prstGeom prst="rect">
            <a:avLst/>
          </a:prstGeom>
        </p:spPr>
      </p:pic>
      <p:sp>
        <p:nvSpPr>
          <p:cNvPr id="5" name="テキスト ボックス 4">
            <a:extLst>
              <a:ext uri="{FF2B5EF4-FFF2-40B4-BE49-F238E27FC236}">
                <a16:creationId xmlns:a16="http://schemas.microsoft.com/office/drawing/2014/main" id="{CD4E87F0-1273-F4B2-788B-3B30DCDE0713}"/>
              </a:ext>
            </a:extLst>
          </p:cNvPr>
          <p:cNvSpPr txBox="1"/>
          <p:nvPr/>
        </p:nvSpPr>
        <p:spPr>
          <a:xfrm>
            <a:off x="517549" y="599529"/>
            <a:ext cx="10938054" cy="923330"/>
          </a:xfrm>
          <a:prstGeom prst="rect">
            <a:avLst/>
          </a:prstGeom>
          <a:noFill/>
        </p:spPr>
        <p:txBody>
          <a:bodyPr wrap="square">
            <a:spAutoFit/>
          </a:bodyPr>
          <a:lstStyle/>
          <a:p>
            <a:pPr algn="l" fontAlgn="auto">
              <a:buNone/>
            </a:pPr>
            <a:r>
              <a:rPr lang="en-GB" b="0" i="0" dirty="0">
                <a:solidFill>
                  <a:srgbClr val="000000"/>
                </a:solidFill>
                <a:effectLst/>
                <a:latin typeface="Ember Display"/>
              </a:rPr>
              <a:t>The following diagram is an example of an end-to-end automation process. A productionized ML lifecycle typically contains separate training and deployment pipelines.</a:t>
            </a:r>
          </a:p>
          <a:p>
            <a:pPr algn="l" fontAlgn="auto">
              <a:buNone/>
            </a:pPr>
            <a:r>
              <a:rPr lang="en-GB" b="0" i="0" dirty="0">
                <a:solidFill>
                  <a:srgbClr val="000000"/>
                </a:solidFill>
                <a:effectLst/>
                <a:latin typeface="Ember Display"/>
              </a:rPr>
              <a:t> To learn more, choose each of the numbered markers.</a:t>
            </a:r>
          </a:p>
        </p:txBody>
      </p:sp>
    </p:spTree>
    <p:extLst>
      <p:ext uri="{BB962C8B-B14F-4D97-AF65-F5344CB8AC3E}">
        <p14:creationId xmlns:p14="http://schemas.microsoft.com/office/powerpoint/2010/main" val="67083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Process Data.&#10;&#10;AI 生成コンテンツは誤りを含む可能性があります。">
            <a:extLst>
              <a:ext uri="{FF2B5EF4-FFF2-40B4-BE49-F238E27FC236}">
                <a16:creationId xmlns:a16="http://schemas.microsoft.com/office/drawing/2014/main" id="{C76CD520-DD41-C5C8-9D01-100F3723B2F5}"/>
              </a:ext>
            </a:extLst>
          </p:cNvPr>
          <p:cNvPicPr>
            <a:picLocks noChangeAspect="1"/>
          </p:cNvPicPr>
          <p:nvPr/>
        </p:nvPicPr>
        <p:blipFill>
          <a:blip r:embed="rId2"/>
          <a:stretch>
            <a:fillRect/>
          </a:stretch>
        </p:blipFill>
        <p:spPr>
          <a:xfrm>
            <a:off x="791981" y="848714"/>
            <a:ext cx="10872000" cy="1379865"/>
          </a:xfrm>
          <a:prstGeom prst="rect">
            <a:avLst/>
          </a:prstGeom>
        </p:spPr>
      </p:pic>
    </p:spTree>
    <p:extLst>
      <p:ext uri="{BB962C8B-B14F-4D97-AF65-F5344CB8AC3E}">
        <p14:creationId xmlns:p14="http://schemas.microsoft.com/office/powerpoint/2010/main" val="648062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The diagram illustrates a data processing workflow, starting with various data sources such as time series, batch data, and IoT sensor data, followed by ingestion, cataloging, streaming, and ending with analytics and storage in databases like MySQL and data warehouses.&#10;&#10;AI 生成コンテンツは誤りを含む可能性があります。">
            <a:extLst>
              <a:ext uri="{FF2B5EF4-FFF2-40B4-BE49-F238E27FC236}">
                <a16:creationId xmlns:a16="http://schemas.microsoft.com/office/drawing/2014/main" id="{384FC93F-0C69-3576-5CAA-A863FAC837CF}"/>
              </a:ext>
            </a:extLst>
          </p:cNvPr>
          <p:cNvPicPr>
            <a:picLocks noChangeAspect="1"/>
          </p:cNvPicPr>
          <p:nvPr/>
        </p:nvPicPr>
        <p:blipFill>
          <a:blip r:embed="rId2"/>
          <a:stretch>
            <a:fillRect/>
          </a:stretch>
        </p:blipFill>
        <p:spPr>
          <a:xfrm>
            <a:off x="472533" y="333000"/>
            <a:ext cx="4005353" cy="6192000"/>
          </a:xfrm>
          <a:prstGeom prst="rect">
            <a:avLst/>
          </a:prstGeom>
        </p:spPr>
      </p:pic>
      <p:pic>
        <p:nvPicPr>
          <p:cNvPr id="7" name="図 6" descr="The diagram outlines a data preprocessing workflow, detailing steps for cleaning data, partitioning it for training, scaling, and addressing biases.&#10;&#10;AI 生成コンテンツは誤りを含む可能性があります。">
            <a:extLst>
              <a:ext uri="{FF2B5EF4-FFF2-40B4-BE49-F238E27FC236}">
                <a16:creationId xmlns:a16="http://schemas.microsoft.com/office/drawing/2014/main" id="{A96A836D-2A92-498C-E1B0-842A6656444A}"/>
              </a:ext>
            </a:extLst>
          </p:cNvPr>
          <p:cNvPicPr>
            <a:picLocks noChangeAspect="1"/>
          </p:cNvPicPr>
          <p:nvPr/>
        </p:nvPicPr>
        <p:blipFill>
          <a:blip r:embed="rId3"/>
          <a:stretch>
            <a:fillRect/>
          </a:stretch>
        </p:blipFill>
        <p:spPr>
          <a:xfrm>
            <a:off x="8074860" y="149625"/>
            <a:ext cx="3024000" cy="3024000"/>
          </a:xfrm>
          <a:prstGeom prst="rect">
            <a:avLst/>
          </a:prstGeom>
        </p:spPr>
      </p:pic>
      <p:pic>
        <p:nvPicPr>
          <p:cNvPr id="9" name="図 8" descr="The image illustrates a flowchart or process diagram with various stages in data preprocessing for machine learning, including feature engineering, selection, transformation, creation, extraction, and automated extraction through deep learning.&#10;&#10;AI 生成コンテンツは誤りを含む可能性があります。">
            <a:extLst>
              <a:ext uri="{FF2B5EF4-FFF2-40B4-BE49-F238E27FC236}">
                <a16:creationId xmlns:a16="http://schemas.microsoft.com/office/drawing/2014/main" id="{0A8751F1-F4A9-0A0E-6042-2FA6692A47EA}"/>
              </a:ext>
            </a:extLst>
          </p:cNvPr>
          <p:cNvPicPr>
            <a:picLocks noChangeAspect="1"/>
          </p:cNvPicPr>
          <p:nvPr/>
        </p:nvPicPr>
        <p:blipFill>
          <a:blip r:embed="rId4"/>
          <a:stretch>
            <a:fillRect/>
          </a:stretch>
        </p:blipFill>
        <p:spPr>
          <a:xfrm>
            <a:off x="8037313" y="3428999"/>
            <a:ext cx="3190560" cy="3060000"/>
          </a:xfrm>
          <a:prstGeom prst="rect">
            <a:avLst/>
          </a:prstGeom>
        </p:spPr>
      </p:pic>
    </p:spTree>
    <p:extLst>
      <p:ext uri="{BB962C8B-B14F-4D97-AF65-F5344CB8AC3E}">
        <p14:creationId xmlns:p14="http://schemas.microsoft.com/office/powerpoint/2010/main" val="715121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The diagram illustrates a structured workflow for data processing, including data collection, preparation, feature engineering, and various data transformation and cleaning techniques.&#10;&#10;AI 生成コンテンツは誤りを含む可能性があります。">
            <a:extLst>
              <a:ext uri="{FF2B5EF4-FFF2-40B4-BE49-F238E27FC236}">
                <a16:creationId xmlns:a16="http://schemas.microsoft.com/office/drawing/2014/main" id="{04E14AAE-3149-A990-C207-B83279513039}"/>
              </a:ext>
            </a:extLst>
          </p:cNvPr>
          <p:cNvPicPr>
            <a:picLocks noChangeAspect="1"/>
          </p:cNvPicPr>
          <p:nvPr/>
        </p:nvPicPr>
        <p:blipFill>
          <a:blip r:embed="rId2"/>
          <a:stretch>
            <a:fillRect/>
          </a:stretch>
        </p:blipFill>
        <p:spPr>
          <a:xfrm>
            <a:off x="867309" y="1107919"/>
            <a:ext cx="10886726" cy="5448934"/>
          </a:xfrm>
          <a:prstGeom prst="rect">
            <a:avLst/>
          </a:prstGeom>
        </p:spPr>
      </p:pic>
      <p:sp>
        <p:nvSpPr>
          <p:cNvPr id="5" name="テキスト ボックス 4">
            <a:extLst>
              <a:ext uri="{FF2B5EF4-FFF2-40B4-BE49-F238E27FC236}">
                <a16:creationId xmlns:a16="http://schemas.microsoft.com/office/drawing/2014/main" id="{B7C8AE18-062C-725E-2953-65692920CA32}"/>
              </a:ext>
            </a:extLst>
          </p:cNvPr>
          <p:cNvSpPr txBox="1"/>
          <p:nvPr/>
        </p:nvSpPr>
        <p:spPr>
          <a:xfrm>
            <a:off x="947798" y="301147"/>
            <a:ext cx="3090192" cy="584775"/>
          </a:xfrm>
          <a:prstGeom prst="rect">
            <a:avLst/>
          </a:prstGeom>
          <a:noFill/>
        </p:spPr>
        <p:txBody>
          <a:bodyPr wrap="square">
            <a:spAutoFit/>
          </a:bodyPr>
          <a:lstStyle/>
          <a:p>
            <a:r>
              <a:rPr lang="en-GB" sz="3200" b="1" i="0" dirty="0">
                <a:solidFill>
                  <a:srgbClr val="0F141A"/>
                </a:solidFill>
                <a:effectLst/>
                <a:latin typeface="Amazon Ember"/>
              </a:rPr>
              <a:t>Data processing</a:t>
            </a:r>
            <a:endParaRPr lang="en-GB" sz="3200" dirty="0"/>
          </a:p>
        </p:txBody>
      </p:sp>
    </p:spTree>
    <p:extLst>
      <p:ext uri="{BB962C8B-B14F-4D97-AF65-F5344CB8AC3E}">
        <p14:creationId xmlns:p14="http://schemas.microsoft.com/office/powerpoint/2010/main" val="1582915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The diagram illustrates a flowchart with five key components: Productivity, Reliability, Repeatability, Auditability, and Data and Model, which are essential aspects of quality management.&#10;&#10;AI 生成コンテンツは誤りを含む可能性があります。">
            <a:extLst>
              <a:ext uri="{FF2B5EF4-FFF2-40B4-BE49-F238E27FC236}">
                <a16:creationId xmlns:a16="http://schemas.microsoft.com/office/drawing/2014/main" id="{180A363F-DE5A-632B-BF0C-EB2245465382}"/>
              </a:ext>
            </a:extLst>
          </p:cNvPr>
          <p:cNvPicPr>
            <a:picLocks noChangeAspect="1"/>
          </p:cNvPicPr>
          <p:nvPr/>
        </p:nvPicPr>
        <p:blipFill>
          <a:blip r:embed="rId2"/>
          <a:srcRect l="8768" t="4531" r="10989"/>
          <a:stretch>
            <a:fillRect/>
          </a:stretch>
        </p:blipFill>
        <p:spPr>
          <a:xfrm>
            <a:off x="4111002" y="243000"/>
            <a:ext cx="7594561" cy="6372000"/>
          </a:xfrm>
          <a:prstGeom prst="rect">
            <a:avLst/>
          </a:prstGeom>
        </p:spPr>
      </p:pic>
      <p:sp>
        <p:nvSpPr>
          <p:cNvPr id="5" name="テキスト ボックス 4">
            <a:extLst>
              <a:ext uri="{FF2B5EF4-FFF2-40B4-BE49-F238E27FC236}">
                <a16:creationId xmlns:a16="http://schemas.microsoft.com/office/drawing/2014/main" id="{CE1F07B4-E715-9B33-2647-7CD530DD0CC0}"/>
              </a:ext>
            </a:extLst>
          </p:cNvPr>
          <p:cNvSpPr txBox="1"/>
          <p:nvPr/>
        </p:nvSpPr>
        <p:spPr>
          <a:xfrm>
            <a:off x="391843" y="310718"/>
            <a:ext cx="2717117" cy="461665"/>
          </a:xfrm>
          <a:prstGeom prst="rect">
            <a:avLst/>
          </a:prstGeom>
          <a:noFill/>
        </p:spPr>
        <p:txBody>
          <a:bodyPr wrap="square">
            <a:spAutoFit/>
          </a:bodyPr>
          <a:lstStyle/>
          <a:p>
            <a:r>
              <a:rPr lang="en-GB" sz="2400" b="1" i="0" dirty="0">
                <a:solidFill>
                  <a:srgbClr val="005276"/>
                </a:solidFill>
                <a:effectLst/>
                <a:latin typeface="inherit"/>
              </a:rPr>
              <a:t>Benefits of </a:t>
            </a:r>
            <a:r>
              <a:rPr lang="en-GB" sz="2400" b="1" i="0" dirty="0" err="1">
                <a:solidFill>
                  <a:srgbClr val="005276"/>
                </a:solidFill>
                <a:effectLst/>
                <a:latin typeface="inherit"/>
              </a:rPr>
              <a:t>MLOps</a:t>
            </a:r>
            <a:endParaRPr lang="en-GB" sz="2400" dirty="0"/>
          </a:p>
        </p:txBody>
      </p:sp>
    </p:spTree>
    <p:extLst>
      <p:ext uri="{BB962C8B-B14F-4D97-AF65-F5344CB8AC3E}">
        <p14:creationId xmlns:p14="http://schemas.microsoft.com/office/powerpoint/2010/main" val="2278720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The diagram illustrates a conceptual framework where people collaborate through machine learning to enhance skill sets, supported by technology and processes.&#10;&#10;AI 生成コンテンツは誤りを含む可能性があります。">
            <a:extLst>
              <a:ext uri="{FF2B5EF4-FFF2-40B4-BE49-F238E27FC236}">
                <a16:creationId xmlns:a16="http://schemas.microsoft.com/office/drawing/2014/main" id="{F4CADBCC-97DE-4D2E-177D-B04FEECCCC36}"/>
              </a:ext>
            </a:extLst>
          </p:cNvPr>
          <p:cNvPicPr>
            <a:picLocks noChangeAspect="1"/>
          </p:cNvPicPr>
          <p:nvPr/>
        </p:nvPicPr>
        <p:blipFill>
          <a:blip r:embed="rId2"/>
          <a:stretch>
            <a:fillRect/>
          </a:stretch>
        </p:blipFill>
        <p:spPr>
          <a:xfrm>
            <a:off x="632952" y="1328348"/>
            <a:ext cx="10104953" cy="4860000"/>
          </a:xfrm>
          <a:prstGeom prst="rect">
            <a:avLst/>
          </a:prstGeom>
        </p:spPr>
      </p:pic>
      <p:sp>
        <p:nvSpPr>
          <p:cNvPr id="5" name="テキスト ボックス 4">
            <a:extLst>
              <a:ext uri="{FF2B5EF4-FFF2-40B4-BE49-F238E27FC236}">
                <a16:creationId xmlns:a16="http://schemas.microsoft.com/office/drawing/2014/main" id="{22776F22-2CD7-0277-4C93-05916C81E339}"/>
              </a:ext>
            </a:extLst>
          </p:cNvPr>
          <p:cNvSpPr txBox="1"/>
          <p:nvPr/>
        </p:nvSpPr>
        <p:spPr>
          <a:xfrm>
            <a:off x="464994" y="121682"/>
            <a:ext cx="10873566" cy="923330"/>
          </a:xfrm>
          <a:prstGeom prst="rect">
            <a:avLst/>
          </a:prstGeom>
          <a:noFill/>
        </p:spPr>
        <p:txBody>
          <a:bodyPr wrap="square">
            <a:spAutoFit/>
          </a:bodyPr>
          <a:lstStyle/>
          <a:p>
            <a:r>
              <a:rPr lang="en-GB" b="0" i="0" dirty="0" err="1">
                <a:solidFill>
                  <a:srgbClr val="000000"/>
                </a:solidFill>
                <a:effectLst/>
                <a:latin typeface="Ember Display"/>
              </a:rPr>
              <a:t>MLOps</a:t>
            </a:r>
            <a:r>
              <a:rPr lang="en-GB" b="0" i="0" dirty="0">
                <a:solidFill>
                  <a:srgbClr val="000000"/>
                </a:solidFill>
                <a:effectLst/>
                <a:latin typeface="Ember Display"/>
              </a:rPr>
              <a:t> relies on a collaborative and streamlined approach to the machine learning development lifecycle. It is the intersection of people, process, and technology that optimizes the end-to-end activities required to develop, build, and operate machine learning workloads.</a:t>
            </a:r>
            <a:endParaRPr lang="en-GB" dirty="0"/>
          </a:p>
        </p:txBody>
      </p:sp>
    </p:spTree>
    <p:extLst>
      <p:ext uri="{BB962C8B-B14F-4D97-AF65-F5344CB8AC3E}">
        <p14:creationId xmlns:p14="http://schemas.microsoft.com/office/powerpoint/2010/main" val="2641483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The image depicts a central brain icon surrounded by various connected elements representing multimedia content, such as documents, music, video files, and gaming devices.&#10;&#10;AI 生成コンテンツは誤りを含む可能性があります。">
            <a:extLst>
              <a:ext uri="{FF2B5EF4-FFF2-40B4-BE49-F238E27FC236}">
                <a16:creationId xmlns:a16="http://schemas.microsoft.com/office/drawing/2014/main" id="{DAF6ED0A-8CEB-27C2-2896-943F0411F761}"/>
              </a:ext>
            </a:extLst>
          </p:cNvPr>
          <p:cNvPicPr>
            <a:picLocks noChangeAspect="1"/>
          </p:cNvPicPr>
          <p:nvPr/>
        </p:nvPicPr>
        <p:blipFill>
          <a:blip r:embed="rId2"/>
          <a:stretch>
            <a:fillRect/>
          </a:stretch>
        </p:blipFill>
        <p:spPr>
          <a:xfrm>
            <a:off x="7347582" y="511609"/>
            <a:ext cx="3820527" cy="3407882"/>
          </a:xfrm>
          <a:prstGeom prst="rect">
            <a:avLst/>
          </a:prstGeom>
        </p:spPr>
      </p:pic>
      <p:pic>
        <p:nvPicPr>
          <p:cNvPr id="5" name="図 4" descr="The image depicts a conceptual diagram with a central brain-shaped figure connected to various elements representing a business ecosystem, including a computer, a shopping cart, and a dollar sign, illustrating the interconnected nature of digital and physical retail operations.&#10;&#10;AI 生成コンテンツは誤りを含む可能性があります。">
            <a:extLst>
              <a:ext uri="{FF2B5EF4-FFF2-40B4-BE49-F238E27FC236}">
                <a16:creationId xmlns:a16="http://schemas.microsoft.com/office/drawing/2014/main" id="{9B6C6F07-AF73-8468-1326-50FA8E07804A}"/>
              </a:ext>
            </a:extLst>
          </p:cNvPr>
          <p:cNvPicPr>
            <a:picLocks noChangeAspect="1"/>
          </p:cNvPicPr>
          <p:nvPr/>
        </p:nvPicPr>
        <p:blipFill>
          <a:blip r:embed="rId3"/>
          <a:stretch>
            <a:fillRect/>
          </a:stretch>
        </p:blipFill>
        <p:spPr>
          <a:xfrm>
            <a:off x="260411" y="150920"/>
            <a:ext cx="3744902" cy="3537751"/>
          </a:xfrm>
          <a:prstGeom prst="rect">
            <a:avLst/>
          </a:prstGeom>
        </p:spPr>
      </p:pic>
    </p:spTree>
    <p:extLst>
      <p:ext uri="{BB962C8B-B14F-4D97-AF65-F5344CB8AC3E}">
        <p14:creationId xmlns:p14="http://schemas.microsoft.com/office/powerpoint/2010/main" val="3112576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The image depicts a visual representation of a car model being analyzed, where new data is being used to predict various car images, which are then labeled by people.&#10;&#10;AI 生成コンテンツは誤りを含む可能性があります。">
            <a:extLst>
              <a:ext uri="{FF2B5EF4-FFF2-40B4-BE49-F238E27FC236}">
                <a16:creationId xmlns:a16="http://schemas.microsoft.com/office/drawing/2014/main" id="{24BF9ECF-74A3-706E-2E47-C5C64BC6BEB9}"/>
              </a:ext>
            </a:extLst>
          </p:cNvPr>
          <p:cNvPicPr>
            <a:picLocks noChangeAspect="1"/>
          </p:cNvPicPr>
          <p:nvPr/>
        </p:nvPicPr>
        <p:blipFill>
          <a:blip r:embed="rId2"/>
          <a:stretch>
            <a:fillRect/>
          </a:stretch>
        </p:blipFill>
        <p:spPr>
          <a:xfrm>
            <a:off x="310718" y="1669003"/>
            <a:ext cx="11266517" cy="4981382"/>
          </a:xfrm>
          <a:prstGeom prst="rect">
            <a:avLst/>
          </a:prstGeom>
        </p:spPr>
      </p:pic>
    </p:spTree>
    <p:extLst>
      <p:ext uri="{BB962C8B-B14F-4D97-AF65-F5344CB8AC3E}">
        <p14:creationId xmlns:p14="http://schemas.microsoft.com/office/powerpoint/2010/main" val="332122032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otalTime>118</TotalTime>
  <Words>158</Words>
  <Application>Microsoft Office PowerPoint</Application>
  <PresentationFormat>ワイド画面</PresentationFormat>
  <Paragraphs>21</Paragraphs>
  <Slides>16</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16</vt:i4>
      </vt:variant>
    </vt:vector>
  </HeadingPairs>
  <TitlesOfParts>
    <vt:vector size="25" baseType="lpstr">
      <vt:lpstr>Amazon Ember</vt:lpstr>
      <vt:lpstr>Ember Display</vt:lpstr>
      <vt:lpstr>inherit</vt:lpstr>
      <vt:lpstr>Aptos</vt:lpstr>
      <vt:lpstr>Aptos Display</vt:lpstr>
      <vt:lpstr>Arial</vt:lpstr>
      <vt:lpstr>Calibri</vt:lpstr>
      <vt:lpstr>Times New Roman</vt:lpstr>
      <vt:lpstr>Office テーマ</vt:lpstr>
      <vt:lpstr>PowerPoint プレゼンテーション</vt:lpstr>
      <vt:lpstr>Artificial Intelligence-Based Prediction of Tunnel Boring Machine Penetration Rate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ユーハラシェット_旭川</dc:creator>
  <cp:lastModifiedBy>ユーハラシェット_旭川</cp:lastModifiedBy>
  <cp:revision>3</cp:revision>
  <dcterms:created xsi:type="dcterms:W3CDTF">2026-04-15T03:02:40Z</dcterms:created>
  <dcterms:modified xsi:type="dcterms:W3CDTF">2026-04-21T06:18:06Z</dcterms:modified>
</cp:coreProperties>
</file>